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61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33.png"/><Relationship Id="rId5" Type="http://schemas.openxmlformats.org/officeDocument/2006/relationships/image" Target="../media/image88.png"/><Relationship Id="rId10" Type="http://schemas.openxmlformats.org/officeDocument/2006/relationships/image" Target="../media/image3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749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4686" y="2615972"/>
            <a:ext cx="16043377" cy="494253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22291" y="8659967"/>
            <a:ext cx="3112209" cy="95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172914" y="4595945"/>
            <a:ext cx="1471035" cy="1471035"/>
            <a:chOff x="10172914" y="4595945"/>
            <a:chExt cx="1471035" cy="147103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72914" y="4595945"/>
              <a:ext cx="1471035" cy="14710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172914" y="7560137"/>
            <a:ext cx="1471035" cy="1471035"/>
            <a:chOff x="10172914" y="7560137"/>
            <a:chExt cx="1471035" cy="147103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72914" y="7560137"/>
              <a:ext cx="1471035" cy="1471035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05182" y="5277373"/>
            <a:ext cx="2605223" cy="699738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89944" y="4709173"/>
            <a:ext cx="1506356" cy="679118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05182" y="8257773"/>
            <a:ext cx="4566729" cy="659310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999468" y="7692239"/>
            <a:ext cx="1593833" cy="679118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060192" y="5274706"/>
            <a:ext cx="3225013" cy="611689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054478" y="4709173"/>
            <a:ext cx="2658347" cy="762423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060192" y="8257773"/>
            <a:ext cx="3234538" cy="611691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2054478" y="7737620"/>
            <a:ext cx="2201204" cy="762423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2182150" y="7560137"/>
            <a:ext cx="1471035" cy="1471035"/>
            <a:chOff x="2182150" y="7560137"/>
            <a:chExt cx="1471035" cy="1471035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2150" y="7560137"/>
              <a:ext cx="1471035" cy="147103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182150" y="4595945"/>
            <a:ext cx="1471035" cy="1471035"/>
            <a:chOff x="2182150" y="4595945"/>
            <a:chExt cx="1471035" cy="1471035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2150" y="4595945"/>
              <a:ext cx="1471035" cy="147103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0" y="0"/>
            <a:ext cx="18617847" cy="3446349"/>
            <a:chOff x="0" y="0"/>
            <a:chExt cx="18617847" cy="3446349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0"/>
              <a:ext cx="18617847" cy="344634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0453152" y="4997438"/>
            <a:ext cx="875053" cy="682416"/>
            <a:chOff x="10453152" y="4997438"/>
            <a:chExt cx="875053" cy="682416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53152" y="4997438"/>
              <a:ext cx="875053" cy="68241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488651" y="7885398"/>
            <a:ext cx="791525" cy="791525"/>
            <a:chOff x="10488651" y="7885398"/>
            <a:chExt cx="791525" cy="791525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88651" y="7885398"/>
              <a:ext cx="791525" cy="79152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2551453" y="7823405"/>
            <a:ext cx="732010" cy="963378"/>
            <a:chOff x="2551453" y="7823405"/>
            <a:chExt cx="732010" cy="963378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51453" y="7823405"/>
              <a:ext cx="732010" cy="963378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2567937" y="4931770"/>
            <a:ext cx="699462" cy="799385"/>
            <a:chOff x="2567937" y="4931770"/>
            <a:chExt cx="699462" cy="799385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67937" y="4931770"/>
              <a:ext cx="699462" cy="799385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188380" y="862912"/>
            <a:ext cx="5540097" cy="22753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A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758580" y="3931420"/>
            <a:ext cx="5023173" cy="5023173"/>
            <a:chOff x="10758580" y="3931420"/>
            <a:chExt cx="5023173" cy="502317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8580" y="3931420"/>
              <a:ext cx="5023173" cy="502317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361105" y="3931420"/>
            <a:ext cx="5023173" cy="5023173"/>
            <a:chOff x="2361105" y="3931420"/>
            <a:chExt cx="5023173" cy="502317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1105" y="3931420"/>
              <a:ext cx="5023173" cy="5023173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81082" y="1438836"/>
            <a:ext cx="5122591" cy="2143715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54625" y="6388945"/>
            <a:ext cx="3960515" cy="1243039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79243" y="5267870"/>
            <a:ext cx="3851005" cy="960281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327458" y="6179549"/>
            <a:ext cx="3616962" cy="1781734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597880" y="5063688"/>
            <a:ext cx="3358429" cy="9488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A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324444" y="-388076"/>
            <a:ext cx="11060877" cy="11060877"/>
            <a:chOff x="7324444" y="-388076"/>
            <a:chExt cx="11060877" cy="1106087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444" y="-388076"/>
              <a:ext cx="11060877" cy="11060877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59485" y="4247851"/>
            <a:ext cx="2522396" cy="1895301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958097" y="2199325"/>
            <a:ext cx="4811385" cy="1256242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952382" y="1614754"/>
            <a:ext cx="2733890" cy="76242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958097" y="5249725"/>
            <a:ext cx="5145842" cy="125624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952382" y="4665144"/>
            <a:ext cx="4340918" cy="762423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958097" y="8276458"/>
            <a:ext cx="5665119" cy="1253195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952382" y="7676649"/>
            <a:ext cx="5013375" cy="796175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98886" y="973285"/>
            <a:ext cx="2521825" cy="2629701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698886" y="4039952"/>
            <a:ext cx="2540872" cy="2629701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17933" y="7087571"/>
            <a:ext cx="2531349" cy="2639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564021" y="-32804"/>
            <a:ext cx="5862434" cy="10321907"/>
            <a:chOff x="6564021" y="-32804"/>
            <a:chExt cx="5862434" cy="1032190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4021" y="-32804"/>
              <a:ext cx="5862434" cy="10321907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85849" y="7208858"/>
            <a:ext cx="3631320" cy="171137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8013" y="2179704"/>
            <a:ext cx="3670392" cy="1336182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88135" y="5722746"/>
            <a:ext cx="3127109" cy="83136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8161137" y="1840864"/>
            <a:ext cx="2649154" cy="2649154"/>
            <a:chOff x="8161137" y="1840864"/>
            <a:chExt cx="2649154" cy="264915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61137" y="1840864"/>
              <a:ext cx="2649154" cy="2649154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4611160" y="5752185"/>
            <a:ext cx="1820318" cy="72673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73329" y="3471122"/>
            <a:ext cx="1858670" cy="865679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7081184" y="1782740"/>
            <a:ext cx="4809061" cy="2902226"/>
            <a:chOff x="7081184" y="1782740"/>
            <a:chExt cx="4809061" cy="2902226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81184" y="1782740"/>
              <a:ext cx="4809061" cy="290222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755753" y="2747327"/>
            <a:ext cx="5125790" cy="1370261"/>
            <a:chOff x="12755753" y="2747327"/>
            <a:chExt cx="5125790" cy="1370261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55753" y="2747327"/>
              <a:ext cx="5125790" cy="13702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55940" y="6084814"/>
            <a:ext cx="6179729" cy="73738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7888" y="2768293"/>
            <a:ext cx="2085851" cy="829156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24500" y="1136445"/>
            <a:ext cx="7162615" cy="195656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0013035" y="2029345"/>
            <a:ext cx="10318333" cy="6227024"/>
            <a:chOff x="10013035" y="2029345"/>
            <a:chExt cx="10318333" cy="622702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6200000">
              <a:off x="10013035" y="2029345"/>
              <a:ext cx="10318333" cy="6227024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628421" y="6744738"/>
            <a:ext cx="4887121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31641" y="4338652"/>
            <a:ext cx="3929043" cy="125624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16539" y="3703515"/>
            <a:ext cx="1490327" cy="886156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627232" y="1102581"/>
            <a:ext cx="7020947" cy="1365411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236632" y="6697441"/>
            <a:ext cx="6420368" cy="235792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216518" y="6057290"/>
            <a:ext cx="1122879" cy="77667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8971429" cy="10285714"/>
            <a:chOff x="0" y="0"/>
            <a:chExt cx="8971429" cy="1028571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8971429" cy="102857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29478" y="3738649"/>
            <a:ext cx="6841490" cy="1255175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23763" y="3135020"/>
            <a:ext cx="2674432" cy="740937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71756" y="1492833"/>
            <a:ext cx="6001727" cy="1534946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14240" y="5898478"/>
            <a:ext cx="2780118" cy="693318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598356" y="0"/>
            <a:ext cx="8687359" cy="10285714"/>
            <a:chOff x="9598356" y="0"/>
            <a:chExt cx="8687359" cy="1028571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8356" y="0"/>
              <a:ext cx="8687359" cy="10285714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29478" y="6658221"/>
            <a:ext cx="6827747" cy="1978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0368" y="1816773"/>
            <a:ext cx="3196939" cy="754234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08382" y="939079"/>
            <a:ext cx="5474114" cy="1318409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32954" y="5860448"/>
            <a:ext cx="2754053" cy="640900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41097" y="5110810"/>
            <a:ext cx="1592595" cy="831366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68945" y="5880315"/>
            <a:ext cx="2905948" cy="640900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096135" y="5110810"/>
            <a:ext cx="2133414" cy="83136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553059" y="5880315"/>
            <a:ext cx="2861186" cy="64090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228393" y="5130677"/>
            <a:ext cx="2119233" cy="831366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3792773" y="5880315"/>
            <a:ext cx="2552862" cy="640900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4352774" y="5130677"/>
            <a:ext cx="1661252" cy="83136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6164347" y="2846810"/>
            <a:ext cx="2029705" cy="2036398"/>
            <a:chOff x="6164347" y="2846810"/>
            <a:chExt cx="2029705" cy="203639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64347" y="2846810"/>
              <a:ext cx="2029705" cy="203639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961775" y="2725357"/>
            <a:ext cx="2157852" cy="2157852"/>
            <a:chOff x="1961775" y="2725357"/>
            <a:chExt cx="2157852" cy="2157852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61775" y="2725357"/>
              <a:ext cx="2157852" cy="215785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135983" y="2725357"/>
            <a:ext cx="2080222" cy="2177222"/>
            <a:chOff x="10135983" y="2725357"/>
            <a:chExt cx="2080222" cy="2177222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35983" y="2725357"/>
              <a:ext cx="2080222" cy="217722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4477550" y="2846810"/>
            <a:ext cx="2039101" cy="1999910"/>
            <a:chOff x="14477550" y="2846810"/>
            <a:chExt cx="2039101" cy="1999910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477550" y="2846810"/>
              <a:ext cx="2039101" cy="199991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53883" y="7308045"/>
            <a:ext cx="3875624" cy="1931243"/>
            <a:chOff x="953883" y="7308045"/>
            <a:chExt cx="3875624" cy="1931243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3883" y="7308045"/>
              <a:ext cx="3875624" cy="193124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979115" y="7308045"/>
            <a:ext cx="4102158" cy="1937501"/>
            <a:chOff x="4979115" y="7308045"/>
            <a:chExt cx="4102158" cy="1937501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9115" y="7308045"/>
              <a:ext cx="4102158" cy="193750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274978" y="7308045"/>
            <a:ext cx="4078840" cy="1964890"/>
            <a:chOff x="9274978" y="7308045"/>
            <a:chExt cx="4078840" cy="196489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74978" y="7308045"/>
              <a:ext cx="4078840" cy="196489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522307" y="7308045"/>
            <a:ext cx="3806540" cy="1984260"/>
            <a:chOff x="13522307" y="7308045"/>
            <a:chExt cx="3806540" cy="1984260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522307" y="7308045"/>
              <a:ext cx="3806540" cy="19842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564021" y="-32804"/>
            <a:ext cx="5862434" cy="10321907"/>
            <a:chOff x="6564021" y="-32804"/>
            <a:chExt cx="5862434" cy="1032190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4021" y="-32804"/>
              <a:ext cx="5862434" cy="10321907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72515" y="7202382"/>
            <a:ext cx="3356472" cy="1717452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46076" y="2547799"/>
            <a:ext cx="3409453" cy="1363424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332116" y="5455819"/>
            <a:ext cx="3686918" cy="83137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021715" y="7202382"/>
            <a:ext cx="3801205" cy="167095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3833301" y="5455819"/>
            <a:ext cx="3272737" cy="83137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841393" y="1840864"/>
            <a:ext cx="3193101" cy="2736062"/>
            <a:chOff x="7841393" y="1840864"/>
            <a:chExt cx="3193101" cy="273606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41393" y="1840864"/>
              <a:ext cx="3193101" cy="273606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4104467" y="1879226"/>
            <a:ext cx="2697700" cy="2697700"/>
            <a:chOff x="14104467" y="1879226"/>
            <a:chExt cx="2697700" cy="269770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04467" y="1879226"/>
              <a:ext cx="2697700" cy="269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A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343492" y="-388076"/>
            <a:ext cx="11060877" cy="11060877"/>
            <a:chOff x="7343492" y="-388076"/>
            <a:chExt cx="11060877" cy="1106087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3492" y="-388076"/>
              <a:ext cx="11060877" cy="11060877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95231" y="3129168"/>
            <a:ext cx="3434586" cy="4070634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958096" y="2199325"/>
            <a:ext cx="5542567" cy="611691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940954" y="1586592"/>
            <a:ext cx="3086146" cy="957355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958096" y="5249725"/>
            <a:ext cx="5446472" cy="611691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940954" y="4653716"/>
            <a:ext cx="2083965" cy="907155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958096" y="8276458"/>
            <a:ext cx="5949386" cy="611691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940954" y="7680459"/>
            <a:ext cx="3580717" cy="835441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98886" y="973285"/>
            <a:ext cx="2521825" cy="2629701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698886" y="4039952"/>
            <a:ext cx="2540872" cy="2629701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17933" y="7087571"/>
            <a:ext cx="2531349" cy="2639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73913" y="2997122"/>
            <a:ext cx="6667997" cy="234313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0569582" y="187318"/>
            <a:ext cx="7535180" cy="3172311"/>
            <a:chOff x="10569582" y="187318"/>
            <a:chExt cx="7535180" cy="3172311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69582" y="187318"/>
              <a:ext cx="7535180" cy="31723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569582" y="3549744"/>
            <a:ext cx="7535180" cy="3172311"/>
            <a:chOff x="10569582" y="3549744"/>
            <a:chExt cx="7535180" cy="3172311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69582" y="3549744"/>
              <a:ext cx="7535180" cy="317231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569582" y="6921693"/>
            <a:ext cx="7535180" cy="3172311"/>
            <a:chOff x="10569582" y="6921693"/>
            <a:chExt cx="7535180" cy="317231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69582" y="6921693"/>
              <a:ext cx="7535180" cy="317231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838095" y="6921693"/>
            <a:ext cx="7535180" cy="3172311"/>
            <a:chOff x="2838095" y="6921693"/>
            <a:chExt cx="7535180" cy="3172311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8095" y="6921693"/>
              <a:ext cx="7535180" cy="31723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사용자 지정</PresentationFormat>
  <Paragraphs>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조 정은</cp:lastModifiedBy>
  <cp:revision>1</cp:revision>
  <dcterms:created xsi:type="dcterms:W3CDTF">2022-06-02T17:45:14Z</dcterms:created>
  <dcterms:modified xsi:type="dcterms:W3CDTF">2022-06-02T08:50:32Z</dcterms:modified>
</cp:coreProperties>
</file>